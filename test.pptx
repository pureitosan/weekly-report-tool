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Sensor Firmware v2.1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7772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394960"/>
              </a:tblGrid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Reporter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David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Project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Sensor Firmware v2.1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Current Job and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Completed I2C driver refactor; intermittent ACK timeout still seen on cold boot, suspect pull-up timing.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High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Due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2026-06-20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Eric/Isha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r>
                        <a:rPr sz="1200" b="1"/>
                        <a:t>Next Week Job And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Add oscilloscope capture on SDA line; finalize timing fix and regression test.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188720"/>
            <a:ext cx="3291840" cy="19751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Power Rail Validation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7772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394960"/>
              </a:tblGrid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Reporter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David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Project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Power Rail Validation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Current Job and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Bench measurement of 3V3 rail ripple under load; waiting on new load board from vendor.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Medium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Due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2026-06-27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Rick, Jin, John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r>
                        <a:rPr sz="1200" b="1"/>
                        <a:t>Next Week Job And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Repeat ripple test once load board arrives; document margins.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Cloud Telemetry Pipeline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7772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394960"/>
              </a:tblGrid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Reporter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Mei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Project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Cloud Telemetry Pipeline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Current Job and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Debugging dropped MQTT packets at high throughput; added retry queue, verifying delivery.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Low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Due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2026-07-04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Sam / Adrian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r>
                        <a:rPr sz="1200" b="1"/>
                        <a:t>Next Week Job And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Load test at 10k msg/s; add Grafana dashboard for queue depth.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188720"/>
            <a:ext cx="3291840" cy="14962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Mobile App Login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7772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394960"/>
              </a:tblGrid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Reporter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Mei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Project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Mobile App Login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Current Job and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OAuth refresh token rotation implemented; document study on PKCE flow ongoing.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Low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Due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2026-06-30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Ravi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r>
                        <a:rPr sz="1200" b="1"/>
                        <a:t>Next Week Job And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Verification of token rotation across 3 devices; write integration tests.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Thermal Chamber Automation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7772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394960"/>
              </a:tblGrid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Reporter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Ken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Project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Thermal Chamber Automation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Current Job and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Blocked by vendor: chamber SDK license not yet delivered. Prepared test scripts in advance.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High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Due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2026-07-11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 b="1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Raveendra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r>
                        <a:rPr sz="1200" b="1"/>
                        <a:t>Next Week Job And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Once license arrives, dry-run automated soak test; otherwise escalate to procurement.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188720"/>
            <a:ext cx="3291840" cy="256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